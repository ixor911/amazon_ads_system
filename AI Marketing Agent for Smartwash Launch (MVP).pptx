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alant Medium" charset="1" panose="00000600000000000000"/>
      <p:regular r:id="rId16"/>
    </p:embeddedFont>
    <p:embeddedFont>
      <p:font typeface="HK Grotesk Bold" charset="1" panose="00000800000000000000"/>
      <p:regular r:id="rId17"/>
    </p:embeddedFont>
    <p:embeddedFont>
      <p:font typeface="Assistant" charset="1" panose="00000500000000000000"/>
      <p:regular r:id="rId18"/>
    </p:embeddedFont>
    <p:embeddedFont>
      <p:font typeface="HK Grotesk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https://github.com/ixor911/Amazon_ads_syste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685680">
            <a:off x="13395327" y="7540548"/>
            <a:ext cx="9150155" cy="8185229"/>
          </a:xfrm>
          <a:custGeom>
            <a:avLst/>
            <a:gdLst/>
            <a:ahLst/>
            <a:cxnLst/>
            <a:rect r="r" b="b" t="t" l="l"/>
            <a:pathLst>
              <a:path h="8185229" w="9150155">
                <a:moveTo>
                  <a:pt x="0" y="0"/>
                </a:moveTo>
                <a:lnTo>
                  <a:pt x="9150154" y="0"/>
                </a:lnTo>
                <a:lnTo>
                  <a:pt x="9150154" y="8185230"/>
                </a:lnTo>
                <a:lnTo>
                  <a:pt x="0" y="818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79802"/>
            <a:ext cx="15814119" cy="547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Problem</a:t>
            </a:r>
          </a:p>
          <a:p>
            <a:pPr algn="l">
              <a:lnSpc>
                <a:spcPts val="4855"/>
              </a:lnSpc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Amazon Ads campaigns are manually managed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Optimization is time-consuming and </a:t>
            </a: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hard to scale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Difficult to manage multiple campaigns, products, and keywords simultaneously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Goal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Build an AI Marketing Agent to support campaign optimization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Improve efficiency (ROAS ↑, ACoS ↓)</a:t>
            </a:r>
          </a:p>
          <a:p>
            <a:pPr algn="l">
              <a:lnSpc>
                <a:spcPts val="4855"/>
              </a:lnSpc>
              <a:spcBef>
                <a:spcPct val="0"/>
              </a:spcBef>
            </a:pPr>
            <a:r>
              <a:rPr lang="en-US" sz="3467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• Reduce manual workload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0724012" cy="200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4"/>
              </a:lnSpc>
            </a:pPr>
            <a:r>
              <a:rPr lang="en-US" sz="6698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Marketing Agent for Smartwash Launch (MVP)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18547" y="-4607520"/>
            <a:ext cx="9150155" cy="8185229"/>
          </a:xfrm>
          <a:custGeom>
            <a:avLst/>
            <a:gdLst/>
            <a:ahLst/>
            <a:cxnLst/>
            <a:rect r="r" b="b" t="t" l="l"/>
            <a:pathLst>
              <a:path h="8185229" w="9150155">
                <a:moveTo>
                  <a:pt x="0" y="0"/>
                </a:moveTo>
                <a:lnTo>
                  <a:pt x="9150154" y="0"/>
                </a:lnTo>
                <a:lnTo>
                  <a:pt x="9150154" y="8185230"/>
                </a:lnTo>
                <a:lnTo>
                  <a:pt x="0" y="8185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55196">
            <a:off x="-2628900" y="-1464779"/>
            <a:ext cx="7315200" cy="3285190"/>
          </a:xfrm>
          <a:custGeom>
            <a:avLst/>
            <a:gdLst/>
            <a:ahLst/>
            <a:cxnLst/>
            <a:rect r="r" b="b" t="t" l="l"/>
            <a:pathLst>
              <a:path h="3285190" w="7315200">
                <a:moveTo>
                  <a:pt x="0" y="0"/>
                </a:moveTo>
                <a:lnTo>
                  <a:pt x="7315200" y="0"/>
                </a:lnTo>
                <a:lnTo>
                  <a:pt x="7315200" y="3285189"/>
                </a:lnTo>
                <a:lnTo>
                  <a:pt x="0" y="3285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29876" y="3617434"/>
            <a:ext cx="1726388" cy="797881"/>
            <a:chOff x="0" y="0"/>
            <a:chExt cx="812800" cy="375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75650"/>
            </a:xfrm>
            <a:custGeom>
              <a:avLst/>
              <a:gdLst/>
              <a:ahLst/>
              <a:cxnLst/>
              <a:rect r="r" b="b" t="t" l="l"/>
              <a:pathLst>
                <a:path h="37565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87825"/>
                  </a:lnTo>
                  <a:lnTo>
                    <a:pt x="609600" y="375650"/>
                  </a:lnTo>
                  <a:lnTo>
                    <a:pt x="0" y="375650"/>
                  </a:lnTo>
                  <a:lnTo>
                    <a:pt x="203200" y="187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3A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38100"/>
              <a:ext cx="558800" cy="41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89718" y="1033651"/>
            <a:ext cx="12908564" cy="105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7"/>
              </a:lnSpc>
            </a:pPr>
            <a:r>
              <a:rPr lang="en-US" sz="6972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Modular AI Agent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14376" y="2713490"/>
            <a:ext cx="3074401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Data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38257" y="3968750"/>
            <a:ext cx="362663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Raw Amazon Ads data (campaigns, products, keywords)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Aggregation &amp; KPI calculation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(CTR, CVR, CPC, ROAS, ACoS)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1244" y="2334556"/>
            <a:ext cx="3923794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49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Context &amp; Policy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9028" y="6707029"/>
            <a:ext cx="293283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Decision Agent Layer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11014" y="6944121"/>
            <a:ext cx="1199814" cy="554516"/>
            <a:chOff x="0" y="0"/>
            <a:chExt cx="812800" cy="3756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75650"/>
            </a:xfrm>
            <a:custGeom>
              <a:avLst/>
              <a:gdLst/>
              <a:ahLst/>
              <a:cxnLst/>
              <a:rect r="r" b="b" t="t" l="l"/>
              <a:pathLst>
                <a:path h="37565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87825"/>
                  </a:lnTo>
                  <a:lnTo>
                    <a:pt x="609600" y="375650"/>
                  </a:lnTo>
                  <a:lnTo>
                    <a:pt x="0" y="375650"/>
                  </a:lnTo>
                  <a:lnTo>
                    <a:pt x="203200" y="187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3A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38100"/>
              <a:ext cx="558800" cy="41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26652" y="6707029"/>
            <a:ext cx="293283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Execution Agent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97602" y="6707029"/>
            <a:ext cx="2932836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Execution (Future-ready)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078638" y="6944121"/>
            <a:ext cx="1199814" cy="554516"/>
            <a:chOff x="0" y="0"/>
            <a:chExt cx="812800" cy="375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375650"/>
            </a:xfrm>
            <a:custGeom>
              <a:avLst/>
              <a:gdLst/>
              <a:ahLst/>
              <a:cxnLst/>
              <a:rect r="r" b="b" t="t" l="l"/>
              <a:pathLst>
                <a:path h="37565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87825"/>
                  </a:lnTo>
                  <a:lnTo>
                    <a:pt x="609600" y="375650"/>
                  </a:lnTo>
                  <a:lnTo>
                    <a:pt x="0" y="375650"/>
                  </a:lnTo>
                  <a:lnTo>
                    <a:pt x="203200" y="187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53A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558800" cy="41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969822" y="3968750"/>
            <a:ext cx="362663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Entity building 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(campaign / product / keyword)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ecision policy 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(allowed actions &amp; guardrails)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127" y="8015690"/>
            <a:ext cx="362663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AI agent analyzes 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performance + objectives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G</a:t>
            </a: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enerates recommendations</a:t>
            </a: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Respects business rules and constraints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9751" y="8015690"/>
            <a:ext cx="362663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Validates recommendations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Converts them into action records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Logs all decisions for traceability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50701" y="8015690"/>
            <a:ext cx="362663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Ready for API-based automation (Amazon Ads API)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Cur</a:t>
            </a: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rently: </a:t>
            </a:r>
          </a:p>
          <a:p>
            <a:pPr algn="ctr"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Logging + Human review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3339209">
            <a:off x="14063888" y="-1269183"/>
            <a:ext cx="7315200" cy="3285190"/>
          </a:xfrm>
          <a:custGeom>
            <a:avLst/>
            <a:gdLst/>
            <a:ahLst/>
            <a:cxnLst/>
            <a:rect r="r" b="b" t="t" l="l"/>
            <a:pathLst>
              <a:path h="3285190" w="7315200">
                <a:moveTo>
                  <a:pt x="0" y="0"/>
                </a:moveTo>
                <a:lnTo>
                  <a:pt x="7315200" y="0"/>
                </a:lnTo>
                <a:lnTo>
                  <a:pt x="7315200" y="3285190"/>
                </a:lnTo>
                <a:lnTo>
                  <a:pt x="0" y="328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26401" y="0"/>
            <a:ext cx="7461599" cy="10287000"/>
          </a:xfrm>
          <a:custGeom>
            <a:avLst/>
            <a:gdLst/>
            <a:ahLst/>
            <a:cxnLst/>
            <a:rect r="r" b="b" t="t" l="l"/>
            <a:pathLst>
              <a:path h="10287000" w="7461599">
                <a:moveTo>
                  <a:pt x="0" y="0"/>
                </a:moveTo>
                <a:lnTo>
                  <a:pt x="7461599" y="0"/>
                </a:lnTo>
                <a:lnTo>
                  <a:pt x="746159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788" t="0" r="-11355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28457"/>
            <a:ext cx="8115300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9"/>
              </a:lnSpc>
            </a:pPr>
            <a:r>
              <a:rPr lang="en-US" sz="49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ContextAssembler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38066"/>
            <a:ext cx="612623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</a:t>
            </a: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ransforms a simple request into a full decision context for the AI agent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03316"/>
            <a:ext cx="11934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2139" y="3179503"/>
            <a:ext cx="843023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pc="-25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St</a:t>
            </a:r>
            <a:r>
              <a:rPr lang="en-US" sz="2599" spc="-25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ructured request (mode, filters, objective, automation level)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34861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13981"/>
            <a:ext cx="8430235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Extracts performance data (DataExtractor)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Calculates KPIs (MetricsEngine)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Builds entity representation (EntityBuilder)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Applies decision rules &amp; guardrails (PolicyEngine)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79331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58451"/>
            <a:ext cx="8430235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request (user intent)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policy (allowed actions &amp; constraints)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entity (campaign/product/keyword)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summary (performance metrics)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3448" y="0"/>
            <a:ext cx="7784552" cy="10287000"/>
          </a:xfrm>
          <a:custGeom>
            <a:avLst/>
            <a:gdLst/>
            <a:ahLst/>
            <a:cxnLst/>
            <a:rect r="r" b="b" t="t" l="l"/>
            <a:pathLst>
              <a:path h="10287000" w="7784552">
                <a:moveTo>
                  <a:pt x="0" y="0"/>
                </a:moveTo>
                <a:lnTo>
                  <a:pt x="7784552" y="0"/>
                </a:lnTo>
                <a:lnTo>
                  <a:pt x="77845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74" t="-2792" r="-57238" b="-13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91891"/>
            <a:ext cx="8115300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9"/>
              </a:lnSpc>
            </a:pPr>
            <a:r>
              <a:rPr lang="en-US" sz="49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DecisionPolicyEngine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316" y="1838066"/>
            <a:ext cx="670637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Defines what the AI agent is allowed to do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Enforces business rules and safety constraints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03316"/>
            <a:ext cx="11934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2139" y="3113463"/>
            <a:ext cx="84302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mode: campaign | product | keyword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34861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24471"/>
            <a:ext cx="843023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Selects allowed business actions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Applies guardrails (limits, approvals, restrictions)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316" y="6189721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1036" y="7227966"/>
            <a:ext cx="843023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business_actions (allowed operations)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guardrails (constraints &amp; safety rules)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4316" y="6727894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policy: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6268" y="0"/>
            <a:ext cx="9661732" cy="10287000"/>
          </a:xfrm>
          <a:custGeom>
            <a:avLst/>
            <a:gdLst/>
            <a:ahLst/>
            <a:cxnLst/>
            <a:rect r="r" b="b" t="t" l="l"/>
            <a:pathLst>
              <a:path h="10287000" w="9661732">
                <a:moveTo>
                  <a:pt x="0" y="0"/>
                </a:moveTo>
                <a:lnTo>
                  <a:pt x="9661732" y="0"/>
                </a:lnTo>
                <a:lnTo>
                  <a:pt x="96617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68" t="-1413" r="-2478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2366"/>
            <a:ext cx="8115300" cy="60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4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MarketingOptimizationAgent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316" y="1417820"/>
            <a:ext cx="770195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Analyzes performance and generates optimization decisions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Transforms structured context into actionable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4924"/>
            <a:ext cx="11934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4316" y="3266419"/>
            <a:ext cx="8430235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request (objective &amp; constraints)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policy (allowed actions &amp; guardrails)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entity (campaign / product / keyword)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summary (performance metrics)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4316" y="5036799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4316" y="5625444"/>
            <a:ext cx="8430235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Interprets KPIs (ROAS, ACoS, CTR, CVR, CPC)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Identifies inefficiencies and opportunities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Selects actions ONLY from allowed policy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Applies guardrails (limits, approval requirements)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316" y="7395824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251" y="8439764"/>
            <a:ext cx="843023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diagnosis (performance explanation)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recommended_actions (structured, constrained)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summary_for_user (business-friendly explanation)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4863" y="8032094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decision: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4854" y="0"/>
            <a:ext cx="7169175" cy="5143500"/>
          </a:xfrm>
          <a:custGeom>
            <a:avLst/>
            <a:gdLst/>
            <a:ahLst/>
            <a:cxnLst/>
            <a:rect r="r" b="b" t="t" l="l"/>
            <a:pathLst>
              <a:path h="5143500" w="7169175">
                <a:moveTo>
                  <a:pt x="0" y="0"/>
                </a:moveTo>
                <a:lnTo>
                  <a:pt x="7169175" y="0"/>
                </a:lnTo>
                <a:lnTo>
                  <a:pt x="71691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30" t="-46018" r="-57168" b="-313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34854" y="5111729"/>
            <a:ext cx="7125432" cy="5175271"/>
          </a:xfrm>
          <a:custGeom>
            <a:avLst/>
            <a:gdLst/>
            <a:ahLst/>
            <a:cxnLst/>
            <a:rect r="r" b="b" t="t" l="l"/>
            <a:pathLst>
              <a:path h="5175271" w="7125432">
                <a:moveTo>
                  <a:pt x="0" y="0"/>
                </a:moveTo>
                <a:lnTo>
                  <a:pt x="7125432" y="0"/>
                </a:lnTo>
                <a:lnTo>
                  <a:pt x="7125432" y="5175271"/>
                </a:lnTo>
                <a:lnTo>
                  <a:pt x="0" y="5175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311" t="-74058" r="-8413" b="-6517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82366"/>
            <a:ext cx="8115300" cy="60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4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Execution Agent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82395"/>
            <a:ext cx="770195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Converts AI recommendations into controlled action records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Validates actions against policy and guardrails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Creates an audit trail for every recommendation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65170"/>
            <a:ext cx="843023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request | policy | entity | summary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decision from MarketingOptimizationAgent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97350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47895"/>
            <a:ext cx="8430235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Checks if each action is allowed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Validates bid/budget change limits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Marks actions as pending human review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Rejects invalid actions if needed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80175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7606" y="7628890"/>
            <a:ext cx="3374696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valid action records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rejected actions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execution status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next step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4590" y="7078345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execution: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714625"/>
            <a:ext cx="11934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52726" y="7628890"/>
            <a:ext cx="4932796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Writes execution results into a separate log table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No live changes are executed in the MVP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6350" y="7078345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logging: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27050"/>
            <a:ext cx="8115300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Main Orchestrator</a:t>
            </a:r>
          </a:p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End-to-End Execution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49841"/>
            <a:ext cx="770195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Central workflow that orchestrates the entire AI system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Connects all modules into a single decision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2139" y="2813153"/>
            <a:ext cx="843023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User request (mode, filters, objective, automation level)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71030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Flow: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21575"/>
            <a:ext cx="8430235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ContextAssembler → builds decision context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MarketingOptimizationAgent → generates recommendations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Execution Agent → validates and structures actions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Insert Log → stores full execution trace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49467"/>
            <a:ext cx="324880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5587" y="7220712"/>
            <a:ext cx="4278063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context (request + policy + entity + summary)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decision (diagnosis + actions)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execution (validated actions + status)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136" y="6747637"/>
            <a:ext cx="5403626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Full decision pipeline result: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27441"/>
            <a:ext cx="119343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Input: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8762" y="7268845"/>
            <a:ext cx="378908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Entire flow is stored in a centralized log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23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Enables traceability, debugging, and future automation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95741" y="6718554"/>
            <a:ext cx="3248806" cy="43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422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logging: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41530" y="5143500"/>
            <a:ext cx="8046470" cy="5143500"/>
          </a:xfrm>
          <a:custGeom>
            <a:avLst/>
            <a:gdLst/>
            <a:ahLst/>
            <a:cxnLst/>
            <a:rect r="r" b="b" t="t" l="l"/>
            <a:pathLst>
              <a:path h="5143500" w="8046470">
                <a:moveTo>
                  <a:pt x="0" y="0"/>
                </a:moveTo>
                <a:lnTo>
                  <a:pt x="8046470" y="0"/>
                </a:lnTo>
                <a:lnTo>
                  <a:pt x="804647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4167" t="-80842" r="-22167" b="-5675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41530" y="0"/>
            <a:ext cx="8162499" cy="5143500"/>
          </a:xfrm>
          <a:custGeom>
            <a:avLst/>
            <a:gdLst/>
            <a:ahLst/>
            <a:cxnLst/>
            <a:rect r="r" b="b" t="t" l="l"/>
            <a:pathLst>
              <a:path h="5143500" w="8162499">
                <a:moveTo>
                  <a:pt x="0" y="0"/>
                </a:moveTo>
                <a:lnTo>
                  <a:pt x="8162499" y="0"/>
                </a:lnTo>
                <a:lnTo>
                  <a:pt x="816249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701" t="-67822" r="-102466" b="-4577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79964">
            <a:off x="-5647835" y="7311037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6170204" y="-4071586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8"/>
                </a:lnTo>
                <a:lnTo>
                  <a:pt x="0" y="846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9427" y="582930"/>
            <a:ext cx="7726964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6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 Improvements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747435">
            <a:off x="-6175032" y="-2924201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7361543" y="5025312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9"/>
                </a:lnTo>
                <a:lnTo>
                  <a:pt x="0" y="8462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07628" y="3375025"/>
            <a:ext cx="5063598" cy="570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Move data processing to backend (API-based architecture)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Introduce PostgreSQL data layer: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Company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Campaign 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AdGroup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Product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Keyword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Expand input capabilities (more flexible requests &amp; filters)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Extend configuration system (policies, thresholds, rules)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Add Validator Agent for additional safety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7628" y="2200486"/>
            <a:ext cx="378728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MVP Improvements (Next Steps):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84736" y="1976649"/>
            <a:ext cx="37872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Automation &amp; Scaling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1686" y="2803036"/>
            <a:ext cx="6422793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Enable API-based execution: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bid &amp; budget adjustments</a:t>
            </a:r>
          </a:p>
          <a:p>
            <a:pPr algn="just" marL="949959" indent="-316653" lvl="2">
              <a:lnSpc>
                <a:spcPts val="3299"/>
              </a:lnSpc>
              <a:buFont typeface="Arial"/>
              <a:buChar char="⚬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keyword management (add / remove / pause)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Add historical data tracking &amp; performance monitoring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Improve synthetic data generation (if real data is limited)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1686" y="6024391"/>
            <a:ext cx="37872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Long-Term Vision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1686" y="6853066"/>
            <a:ext cx="6422793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Feedback loop: learn from past actions and outcomes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Action prioritization (impact vs risk scoring)</a:t>
            </a:r>
          </a:p>
          <a:p>
            <a:pPr algn="just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21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Multi-agent system (media + creative optimization)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79964">
            <a:off x="-5647835" y="7311037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6170204" y="-4071586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8"/>
                </a:lnTo>
                <a:lnTo>
                  <a:pt x="0" y="846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0395" y="433070"/>
            <a:ext cx="9327210" cy="11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39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MVP to Scalable System</a:t>
            </a:r>
          </a:p>
          <a:p>
            <a:pPr algn="ctr">
              <a:lnSpc>
                <a:spcPts val="4719"/>
              </a:lnSpc>
            </a:pPr>
            <a:r>
              <a:rPr lang="en-US" sz="399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 weeks 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7747435">
            <a:off x="-6175032" y="-2924201"/>
            <a:ext cx="9213902" cy="5377568"/>
          </a:xfrm>
          <a:custGeom>
            <a:avLst/>
            <a:gdLst/>
            <a:ahLst/>
            <a:cxnLst/>
            <a:rect r="r" b="b" t="t" l="l"/>
            <a:pathLst>
              <a:path h="5377568" w="9213902">
                <a:moveTo>
                  <a:pt x="0" y="0"/>
                </a:moveTo>
                <a:lnTo>
                  <a:pt x="9213902" y="0"/>
                </a:lnTo>
                <a:lnTo>
                  <a:pt x="9213902" y="5377568"/>
                </a:lnTo>
                <a:lnTo>
                  <a:pt x="0" y="537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7361543" y="5025312"/>
            <a:ext cx="3477318" cy="8462498"/>
          </a:xfrm>
          <a:custGeom>
            <a:avLst/>
            <a:gdLst/>
            <a:ahLst/>
            <a:cxnLst/>
            <a:rect r="r" b="b" t="t" l="l"/>
            <a:pathLst>
              <a:path h="8462498" w="3477318">
                <a:moveTo>
                  <a:pt x="0" y="0"/>
                </a:moveTo>
                <a:lnTo>
                  <a:pt x="3477317" y="0"/>
                </a:lnTo>
                <a:lnTo>
                  <a:pt x="3477317" y="8462499"/>
                </a:lnTo>
                <a:lnTo>
                  <a:pt x="0" y="8462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3088" y="2129622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Week 1 — Backend Foundation: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088" y="2818780"/>
            <a:ext cx="811530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Set up backend architecture (API-based)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Integrate PostgreSQL database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efine core entities: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Company, Campaign, AdGroup, Product, Keyword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Implement synthetic data generation (if needed)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88" y="5618236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Week 2 — System Expansion: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88" y="6307211"/>
            <a:ext cx="7234994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Extend modes: 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campaign  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product 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keyword 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combinations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Expand input flexibility (filters, objectives)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Improve configuration system (policies, thresholds)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51764" y="2129622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Week 3 — Automation Layer: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51764" y="2818780"/>
            <a:ext cx="6704577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Connect backend API with execution logic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Enable safe automation: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bid &amp; budget adjustments</a:t>
            </a:r>
          </a:p>
          <a:p>
            <a:pPr algn="just" marL="1079496" indent="-359832" lvl="2">
              <a:lnSpc>
                <a:spcPts val="3749"/>
              </a:lnSpc>
              <a:buFont typeface="Arial"/>
              <a:buChar char="⚬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keyword management actions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Maintain human-in-the-loop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18660" y="5618236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Week 4 — Testing &amp; Deployment: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1764" y="6307211"/>
            <a:ext cx="670457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Add unit &amp; integration tests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Dockerize the system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Pre</a:t>
            </a: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pare GitHub repository + documentation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Final improvements &amp; system validation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69152" y="-3499239"/>
            <a:ext cx="9150155" cy="8185229"/>
          </a:xfrm>
          <a:custGeom>
            <a:avLst/>
            <a:gdLst/>
            <a:ahLst/>
            <a:cxnLst/>
            <a:rect r="r" b="b" t="t" l="l"/>
            <a:pathLst>
              <a:path h="8185229" w="9150155">
                <a:moveTo>
                  <a:pt x="0" y="0"/>
                </a:moveTo>
                <a:lnTo>
                  <a:pt x="9150155" y="0"/>
                </a:lnTo>
                <a:lnTo>
                  <a:pt x="9150155" y="8185229"/>
                </a:lnTo>
                <a:lnTo>
                  <a:pt x="0" y="818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7504" y="6404971"/>
            <a:ext cx="10585977" cy="8815232"/>
          </a:xfrm>
          <a:custGeom>
            <a:avLst/>
            <a:gdLst/>
            <a:ahLst/>
            <a:cxnLst/>
            <a:rect r="r" b="b" t="t" l="l"/>
            <a:pathLst>
              <a:path h="8815232" w="10585977">
                <a:moveTo>
                  <a:pt x="0" y="0"/>
                </a:moveTo>
                <a:lnTo>
                  <a:pt x="10585977" y="0"/>
                </a:lnTo>
                <a:lnTo>
                  <a:pt x="10585977" y="8815232"/>
                </a:lnTo>
                <a:lnTo>
                  <a:pt x="0" y="881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3088" y="2802205"/>
            <a:ext cx="81153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 spc="-24" u="sng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  <a:hlinkClick r:id="rId6" tooltip="https://github.com/ixor911/Amazon_ads_system"/>
              </a:rPr>
              <a:t>GitHub</a:t>
            </a: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</a:p>
          <a:p>
            <a:pPr algn="just">
              <a:lnSpc>
                <a:spcPts val="3749"/>
              </a:lnSpc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https://github.com/ixor911/Amazon_ads_system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3088" y="2129622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Additional Materials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3088" y="5329998"/>
            <a:ext cx="81153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System screenshots and workflow images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Synthetic data generation structure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Full n8n workflow structure</a:t>
            </a:r>
          </a:p>
          <a:p>
            <a:pPr algn="l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Technical README documentation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088" y="4657415"/>
            <a:ext cx="657197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 b="true">
                <a:solidFill>
                  <a:srgbClr val="1C53A3"/>
                </a:solidFill>
                <a:latin typeface="Halant Medium"/>
                <a:ea typeface="Halant Medium"/>
                <a:cs typeface="Halant Medium"/>
                <a:sym typeface="Halant Medium"/>
              </a:rPr>
              <a:t>The repository contains: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DAHI1aHYqIM</dc:identifier>
  <dcterms:modified xsi:type="dcterms:W3CDTF">2011-08-01T06:04:30Z</dcterms:modified>
  <cp:revision>1</cp:revision>
  <dc:title>AI Marketing Agent for Smartwash Launch (MVP)</dc:title>
</cp:coreProperties>
</file>